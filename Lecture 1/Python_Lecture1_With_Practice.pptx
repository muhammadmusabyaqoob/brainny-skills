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83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67" r:id="rId16"/>
    <p:sldId id="281" r:id="rId17"/>
    <p:sldId id="268" r:id="rId18"/>
    <p:sldId id="271" r:id="rId19"/>
    <p:sldId id="285" r:id="rId20"/>
    <p:sldId id="272" r:id="rId21"/>
    <p:sldId id="273" r:id="rId22"/>
    <p:sldId id="282" r:id="rId23"/>
    <p:sldId id="274" r:id="rId24"/>
    <p:sldId id="28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27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6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95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9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36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15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10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6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4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78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3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5621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3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34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97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94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22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896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Programming - Lecture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smtClean="0"/>
              <a:t>Instructor</a:t>
            </a:r>
            <a:r>
              <a:rPr dirty="0"/>
              <a:t>: </a:t>
            </a:r>
            <a:r>
              <a:rPr lang="en-US" dirty="0" smtClean="0"/>
              <a:t>Muhammad musab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Programming = Talking to Computers using special languages.</a:t>
            </a:r>
          </a:p>
          <a:p>
            <a:pPr>
              <a:defRPr sz="2000"/>
            </a:pPr>
            <a:r>
              <a:t>Computers don't understand English or Urdu directly.</a:t>
            </a:r>
          </a:p>
          <a:p>
            <a:pPr>
              <a:defRPr sz="2000"/>
            </a:pPr>
            <a:r>
              <a:t>We need translators like Compiler/Interpreter.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1 – What is Programming?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Write in 1 line: What is programming?</a:t>
            </a:r>
          </a:p>
          <a:p>
            <a:pPr>
              <a:defRPr sz="2000"/>
            </a:pPr>
            <a:r>
              <a:t>Explain why computers need a translator.</a:t>
            </a:r>
          </a:p>
          <a:p>
            <a:pPr>
              <a:defRPr sz="2000"/>
            </a:pPr>
            <a:r>
              <a:t>List 3 programming languages.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Simple and Easy to Learn.</a:t>
            </a:r>
          </a:p>
          <a:p>
            <a:pPr>
              <a:defRPr sz="2000"/>
            </a:pPr>
            <a:r>
              <a:t>Free and Open Source.</a:t>
            </a:r>
          </a:p>
          <a:p>
            <a:pPr>
              <a:defRPr sz="2000"/>
            </a:pPr>
            <a:r>
              <a:t>High-Level Language (close to English).</a:t>
            </a:r>
          </a:p>
          <a:p>
            <a:pPr>
              <a:defRPr sz="2000"/>
            </a:pPr>
            <a:r>
              <a:t>Developed by Guido van Rossum.</a:t>
            </a:r>
          </a:p>
          <a:p>
            <a:pPr>
              <a:defRPr sz="2000"/>
            </a:pPr>
            <a:r>
              <a:t>Used in AI, ML, Web Dev, Automation.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2 – 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List any 3 features of Python.</a:t>
            </a:r>
          </a:p>
          <a:p>
            <a:pPr>
              <a:defRPr sz="2000"/>
            </a:pPr>
            <a:r>
              <a:t>Who developed Python?</a:t>
            </a:r>
          </a:p>
          <a:p>
            <a:pPr>
              <a:defRPr sz="2000"/>
            </a:pPr>
            <a:r>
              <a:t>Where can Python be used?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What </a:t>
            </a:r>
            <a:r>
              <a:rPr dirty="0"/>
              <a:t>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6"/>
            <a:ext cx="6711654" cy="266920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dirty="0" smtClean="0"/>
              <a:t>Which one of the following best describes Python’s programming level?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Low-Level Language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Middle-Level Language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High- Level Language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Assembly Language</a:t>
            </a:r>
          </a:p>
          <a:p>
            <a:pPr marL="0" indent="0">
              <a:buNone/>
              <a:defRPr sz="2000"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27700" y="4941214"/>
            <a:ext cx="6711654" cy="1167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  <a:defRPr sz="2000"/>
            </a:pPr>
            <a:r>
              <a:rPr lang="en-US" dirty="0"/>
              <a:t>Correct </a:t>
            </a:r>
          </a:p>
          <a:p>
            <a:pPr marL="0" indent="0">
              <a:buNone/>
              <a:defRPr sz="2000"/>
            </a:pPr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91862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Download from python.org</a:t>
            </a:r>
          </a:p>
          <a:p>
            <a:pPr>
              <a:defRPr sz="2000"/>
            </a:pPr>
            <a:r>
              <a:t>Use any IDE like VS Code, PyCharm, Jupyter</a:t>
            </a:r>
          </a:p>
          <a:p>
            <a:pPr>
              <a:defRPr sz="2000"/>
            </a:pPr>
            <a:r>
              <a:t>Check version using python --version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3 – Installing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Write steps to install Python.</a:t>
            </a:r>
          </a:p>
          <a:p>
            <a:pPr>
              <a:defRPr sz="2000"/>
            </a:pPr>
            <a:r>
              <a:t>Name any 2 Python IDEs.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print("Hello World")</a:t>
            </a:r>
          </a:p>
          <a:p>
            <a:pPr>
              <a:defRPr sz="2000"/>
            </a:pPr>
            <a:r>
              <a:t>`print()` is a function to show output.</a:t>
            </a:r>
          </a:p>
          <a:p>
            <a:pPr>
              <a:defRPr sz="2000"/>
            </a:pPr>
            <a:r>
              <a:t>Whatever is inside quotes will be displayed.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4 – Your First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Write a program that prints your name.</a:t>
            </a:r>
          </a:p>
          <a:p>
            <a:pPr>
              <a:defRPr sz="2000"/>
            </a:pPr>
            <a:r>
              <a:t>Use print() to display your 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Character Set &amp;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Letters: A-Z, a-z</a:t>
            </a:r>
          </a:p>
          <a:p>
            <a:pPr>
              <a:defRPr sz="2000"/>
            </a:pPr>
            <a:r>
              <a:t>Digits: 0-9</a:t>
            </a:r>
          </a:p>
          <a:p>
            <a:pPr>
              <a:defRPr sz="2000"/>
            </a:pPr>
            <a:r>
              <a:t>Special Symbols: +, -, *, / etc.</a:t>
            </a:r>
          </a:p>
          <a:p>
            <a:pPr>
              <a:defRPr sz="2000"/>
            </a:pPr>
            <a:r>
              <a:t>Single-line comment: # this is a comment</a:t>
            </a:r>
          </a:p>
          <a:p>
            <a:pPr>
              <a:defRPr sz="2000"/>
            </a:pPr>
            <a:r>
              <a:t>Multi-line: """ your comment """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5 – Python Character Set &amp;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926382"/>
            <a:ext cx="6711654" cy="3638191"/>
          </a:xfrm>
        </p:spPr>
        <p:txBody>
          <a:bodyPr/>
          <a:lstStyle/>
          <a:p>
            <a:pPr>
              <a:defRPr sz="2000"/>
            </a:pPr>
            <a:r>
              <a:rPr dirty="0"/>
              <a:t>Write a comment explaining your code.</a:t>
            </a:r>
          </a:p>
          <a:p>
            <a:pPr>
              <a:defRPr sz="2000"/>
            </a:pPr>
            <a:r>
              <a:rPr dirty="0"/>
              <a:t>Use a special symbol in print().</a:t>
            </a:r>
          </a:p>
          <a:p>
            <a:pPr>
              <a:defRPr sz="2000"/>
            </a:pPr>
            <a:r>
              <a:rPr dirty="0"/>
              <a:t>Write a multi-line comment.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 – Whole numbers (5, -3)</a:t>
            </a:r>
          </a:p>
          <a:p>
            <a:pPr>
              <a:defRPr sz="2000"/>
            </a:pPr>
            <a:r>
              <a:t>float – Decimal numbers (2.5, -1.0)</a:t>
            </a:r>
          </a:p>
          <a:p>
            <a:pPr>
              <a:defRPr sz="2000"/>
            </a:pPr>
            <a:r>
              <a:t>str – Text ("Hello")</a:t>
            </a:r>
          </a:p>
          <a:p>
            <a:pPr>
              <a:defRPr sz="2000"/>
            </a:pPr>
            <a:r>
              <a:t>bool – True or False</a:t>
            </a:r>
          </a:p>
          <a:p>
            <a:pPr>
              <a:defRPr sz="2000"/>
            </a:pPr>
            <a:r>
              <a:t>None – No value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7 –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 one variable of each data type.</a:t>
            </a:r>
          </a:p>
          <a:p>
            <a:pPr>
              <a:defRPr sz="2000"/>
            </a:pPr>
            <a:r>
              <a:t>Use type() to print their types.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&amp;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60311"/>
            <a:ext cx="6711654" cy="5397690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dirty="0"/>
              <a:t>Variables store data like name, age, price.</a:t>
            </a:r>
          </a:p>
          <a:p>
            <a:pPr>
              <a:defRPr sz="2000"/>
            </a:pPr>
            <a:r>
              <a:rPr dirty="0"/>
              <a:t>Example: name = "Ali", age = 18</a:t>
            </a:r>
          </a:p>
          <a:p>
            <a:pPr>
              <a:defRPr sz="2000"/>
            </a:pPr>
            <a:r>
              <a:rPr dirty="0"/>
              <a:t>Identifiers: Variable names</a:t>
            </a:r>
          </a:p>
          <a:p>
            <a:pPr>
              <a:defRPr sz="2000"/>
            </a:pPr>
            <a:r>
              <a:rPr dirty="0"/>
              <a:t>Must start with letter/underscore, no </a:t>
            </a:r>
            <a:r>
              <a:rPr dirty="0" smtClean="0"/>
              <a:t>symbols</a:t>
            </a:r>
            <a:endParaRPr lang="en-US" dirty="0" smtClean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An </a:t>
            </a:r>
            <a:r>
              <a:rPr lang="en-US" b="1" dirty="0"/>
              <a:t>identifier</a:t>
            </a:r>
            <a:r>
              <a:rPr lang="en-US" dirty="0"/>
              <a:t> is the </a:t>
            </a:r>
            <a:r>
              <a:rPr lang="en-US" b="1" dirty="0"/>
              <a:t>name</a:t>
            </a:r>
            <a:r>
              <a:rPr lang="en-US" dirty="0"/>
              <a:t> you give to </a:t>
            </a:r>
            <a:r>
              <a:rPr lang="en-US" b="1" dirty="0"/>
              <a:t>anything</a:t>
            </a:r>
            <a:r>
              <a:rPr lang="en-US" dirty="0"/>
              <a:t> in Python:</a:t>
            </a:r>
            <a:br>
              <a:rPr lang="en-US" dirty="0"/>
            </a:br>
            <a:r>
              <a:rPr lang="en-US" dirty="0" smtClean="0"/>
              <a:t>variables</a:t>
            </a:r>
            <a:r>
              <a:rPr lang="en-US" dirty="0"/>
              <a:t>, functions, classes, etc.</a:t>
            </a:r>
            <a:endParaRPr lang="en-US" dirty="0" smtClean="0"/>
          </a:p>
          <a:p>
            <a:pPr>
              <a:defRPr sz="2000"/>
            </a:pPr>
            <a:r>
              <a:rPr lang="en-US" dirty="0"/>
              <a:t>"Identifier is just the </a:t>
            </a:r>
            <a:r>
              <a:rPr lang="en-US" b="1" dirty="0"/>
              <a:t>name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Variable is a </a:t>
            </a:r>
            <a:r>
              <a:rPr lang="en-US" b="1" dirty="0"/>
              <a:t>name + value</a:t>
            </a:r>
            <a:r>
              <a:rPr lang="en-US" dirty="0"/>
              <a:t> stored in memory</a:t>
            </a:r>
            <a:r>
              <a:rPr lang="en-US" dirty="0" smtClean="0"/>
              <a:t>.“</a:t>
            </a:r>
          </a:p>
          <a:p>
            <a:pPr>
              <a:defRPr sz="2000"/>
            </a:pPr>
            <a:r>
              <a:rPr lang="en-US" dirty="0"/>
              <a:t>The </a:t>
            </a:r>
            <a:r>
              <a:rPr lang="en-US" b="1" dirty="0"/>
              <a:t>name of the variable</a:t>
            </a:r>
            <a:r>
              <a:rPr lang="en-US" dirty="0"/>
              <a:t> is an </a:t>
            </a:r>
            <a:r>
              <a:rPr lang="en-US" b="1" dirty="0"/>
              <a:t>identifier</a:t>
            </a:r>
            <a:r>
              <a:rPr lang="en-US" dirty="0" smtClean="0"/>
              <a:t>.</a:t>
            </a:r>
          </a:p>
          <a:p>
            <a:r>
              <a:rPr lang="en-US" b="1" dirty="0"/>
              <a:t>All variables are identifiers,</a:t>
            </a:r>
          </a:p>
          <a:p>
            <a:r>
              <a:rPr lang="en-US" dirty="0"/>
              <a:t>but not all identifiers are variables.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Variables </a:t>
            </a:r>
            <a:r>
              <a:rPr dirty="0"/>
              <a:t>&amp; </a:t>
            </a:r>
            <a:r>
              <a:rPr dirty="0" err="1" smtClean="0"/>
              <a:t>Idntifiers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6"/>
            <a:ext cx="6711654" cy="2710144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dirty="0"/>
              <a:t>What is a </a:t>
            </a:r>
            <a:r>
              <a:rPr lang="en-US" dirty="0" smtClean="0"/>
              <a:t>correct </a:t>
            </a:r>
            <a:r>
              <a:rPr lang="en-US" dirty="0"/>
              <a:t>way to declare a Python variable</a:t>
            </a:r>
            <a:r>
              <a:rPr lang="en-US" dirty="0" smtClean="0"/>
              <a:t>?</a:t>
            </a:r>
          </a:p>
          <a:p>
            <a:pPr marL="0" indent="0">
              <a:buNone/>
              <a:defRPr sz="2000"/>
            </a:pPr>
            <a:endParaRPr lang="en-US" dirty="0"/>
          </a:p>
          <a:p>
            <a:pPr marL="457200" indent="-457200">
              <a:buAutoNum type="alphaLcPeriod"/>
              <a:defRPr sz="2000"/>
            </a:pPr>
            <a:r>
              <a:rPr lang="en-US" dirty="0" err="1" smtClean="0"/>
              <a:t>var</a:t>
            </a:r>
            <a:r>
              <a:rPr lang="en-US" dirty="0" smtClean="0"/>
              <a:t> x = 5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#x = 5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$x = 5</a:t>
            </a:r>
          </a:p>
          <a:p>
            <a:pPr marL="457200" indent="-457200">
              <a:buAutoNum type="alphaLcPeriod"/>
              <a:defRPr sz="2000"/>
            </a:pPr>
            <a:r>
              <a:rPr lang="en-US" dirty="0" smtClean="0"/>
              <a:t>x =5</a:t>
            </a:r>
          </a:p>
          <a:p>
            <a:pPr marL="0" indent="0">
              <a:buNone/>
              <a:defRPr sz="2000"/>
            </a:pP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86757" y="5028138"/>
            <a:ext cx="6711654" cy="1058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6" indent="-342906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62" indent="-285755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20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2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3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42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49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57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64" indent="-228604" algn="l" defTabSz="457207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  <a:defRPr sz="2000"/>
            </a:pPr>
            <a:r>
              <a:rPr lang="en-US" dirty="0"/>
              <a:t>Correct </a:t>
            </a:r>
          </a:p>
          <a:p>
            <a:pPr marL="0" indent="0">
              <a:buNone/>
              <a:defRPr sz="2000"/>
            </a:pPr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34225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6 – Variables &amp;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 3 variables with your name, age, city.</a:t>
            </a:r>
          </a:p>
          <a:p>
            <a:pPr>
              <a:defRPr sz="2000"/>
            </a:pPr>
            <a:r>
              <a:t>Write rules for naming identifiers.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Reserved words in Python like: if, else, while, True, False</a:t>
            </a:r>
          </a:p>
          <a:p>
            <a:pPr>
              <a:defRPr sz="2000"/>
            </a:pPr>
            <a:r>
              <a:t>Cannot be used as variable names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01" y="1528548"/>
            <a:ext cx="8270050" cy="4995081"/>
          </a:xfrm>
        </p:spPr>
      </p:pic>
    </p:spTree>
    <p:extLst>
      <p:ext uri="{BB962C8B-B14F-4D97-AF65-F5344CB8AC3E}">
        <p14:creationId xmlns:p14="http://schemas.microsoft.com/office/powerpoint/2010/main" val="359417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8 –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List 5 Python keywords.</a:t>
            </a:r>
          </a:p>
          <a:p>
            <a:pPr>
              <a:defRPr sz="2000"/>
            </a:pPr>
            <a:r>
              <a:t>Try using `if` as a variable and note the error.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Arithmetic: +, -, *, /, %, **</a:t>
            </a:r>
          </a:p>
          <a:p>
            <a:pPr>
              <a:defRPr sz="2000"/>
            </a:pPr>
            <a:r>
              <a:t>Comparison: ==, !=, &gt;, &lt;, &gt;=, &lt;=</a:t>
            </a:r>
          </a:p>
          <a:p>
            <a:pPr>
              <a:defRPr sz="2000"/>
            </a:pPr>
            <a:r>
              <a:t>Assignment: =, +=, -=, etc.</a:t>
            </a:r>
          </a:p>
          <a:p>
            <a:pPr>
              <a:defRPr sz="2000"/>
            </a:pPr>
            <a:r>
              <a:t>Logical: and, or, not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66" y="1981077"/>
            <a:ext cx="8245653" cy="3942051"/>
          </a:xfrm>
        </p:spPr>
      </p:pic>
    </p:spTree>
    <p:extLst>
      <p:ext uri="{BB962C8B-B14F-4D97-AF65-F5344CB8AC3E}">
        <p14:creationId xmlns:p14="http://schemas.microsoft.com/office/powerpoint/2010/main" val="9318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Practice Assignment 9 –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Write a program using + and % operators.</a:t>
            </a:r>
          </a:p>
          <a:p>
            <a:pPr>
              <a:defRPr sz="2000"/>
            </a:pPr>
            <a:r>
              <a:t>Compare two numbers using &gt; and ==.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Operators - </a:t>
            </a:r>
            <a:r>
              <a:rPr lang="en-US" dirty="0" err="1" smtClean="0"/>
              <a:t>Precedencse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90" y="1419367"/>
            <a:ext cx="8079339" cy="5179997"/>
          </a:xfrm>
        </p:spPr>
      </p:pic>
    </p:spTree>
    <p:extLst>
      <p:ext uri="{BB962C8B-B14F-4D97-AF65-F5344CB8AC3E}">
        <p14:creationId xmlns:p14="http://schemas.microsoft.com/office/powerpoint/2010/main" val="206173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Univariate vs Bivariate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Univariate: works with one value (e.g., -a)</a:t>
            </a:r>
          </a:p>
          <a:p>
            <a:pPr>
              <a:defRPr sz="2000"/>
            </a:pPr>
            <a:r>
              <a:t>Bivariate: works with two values (e.g., a + b)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10 – Univariate vs Bivariate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926381"/>
            <a:ext cx="6711654" cy="2655553"/>
          </a:xfrm>
        </p:spPr>
        <p:txBody>
          <a:bodyPr/>
          <a:lstStyle/>
          <a:p>
            <a:pPr>
              <a:defRPr sz="2000"/>
            </a:pPr>
            <a:r>
              <a:rPr dirty="0"/>
              <a:t>Give one example each of </a:t>
            </a:r>
            <a:r>
              <a:rPr dirty="0" err="1"/>
              <a:t>univariate</a:t>
            </a:r>
            <a:r>
              <a:rPr dirty="0"/>
              <a:t> and bivariate operators.</a:t>
            </a:r>
          </a:p>
          <a:p>
            <a:pPr>
              <a:defRPr sz="2000"/>
            </a:pPr>
            <a:r>
              <a:rPr dirty="0"/>
              <a:t>Write a program using both.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input() – Takes input as string.</a:t>
            </a:r>
          </a:p>
          <a:p>
            <a:pPr>
              <a:defRPr sz="2000"/>
            </a:pPr>
            <a:r>
              <a:t>int(input()), float(input()) – Convert input to number.</a:t>
            </a:r>
          </a:p>
          <a:p>
            <a:pPr>
              <a:defRPr sz="2000"/>
            </a:pPr>
            <a:r>
              <a:t>Example: age = int(input("Enter age: "))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11 – Input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Write a program to input your age.</a:t>
            </a:r>
          </a:p>
          <a:p>
            <a:pPr>
              <a:defRPr sz="2000"/>
            </a:pPr>
            <a:r>
              <a:t>Take 2 numbers from user and print their sum.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Conversion vs Type 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Conversion: Python auto converts int + float = float</a:t>
            </a:r>
          </a:p>
          <a:p>
            <a:pPr>
              <a:defRPr sz="2000"/>
            </a:pPr>
            <a:r>
              <a:t>Casting: Manual using int(), str(), float(), etc.</a:t>
            </a:r>
          </a:p>
          <a:p>
            <a:pPr>
              <a:defRPr sz="2000"/>
            </a:pPr>
            <a:r>
              <a:t>Use when data needs forced type change.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Assignment 12 – Type Conversion vs Type 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2604597"/>
            <a:ext cx="6711654" cy="2832973"/>
          </a:xfrm>
        </p:spPr>
        <p:txBody>
          <a:bodyPr/>
          <a:lstStyle/>
          <a:p>
            <a:pPr>
              <a:defRPr sz="2000"/>
            </a:pPr>
            <a:r>
              <a:rPr dirty="0"/>
              <a:t>Use </a:t>
            </a:r>
            <a:r>
              <a:rPr dirty="0" err="1"/>
              <a:t>int</a:t>
            </a:r>
            <a:r>
              <a:rPr dirty="0"/>
              <a:t>(), </a:t>
            </a:r>
            <a:r>
              <a:rPr dirty="0" err="1"/>
              <a:t>str</a:t>
            </a:r>
            <a:r>
              <a:rPr dirty="0"/>
              <a:t>() and float() on sample values.</a:t>
            </a:r>
          </a:p>
          <a:p>
            <a:pPr>
              <a:defRPr sz="2000"/>
            </a:pPr>
            <a:r>
              <a:rPr dirty="0"/>
              <a:t>Try adding '2' + 3 and fix using type casting.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145</TotalTime>
  <Words>746</Words>
  <Application>Microsoft Office PowerPoint</Application>
  <PresentationFormat>On-screen Show (4:3)</PresentationFormat>
  <Paragraphs>121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Century Gothic</vt:lpstr>
      <vt:lpstr>Wingdings 3</vt:lpstr>
      <vt:lpstr>Ion</vt:lpstr>
      <vt:lpstr>Python Programming - Lecture 1</vt:lpstr>
      <vt:lpstr>What is Programming?</vt:lpstr>
      <vt:lpstr>Practice Assignment 1 – What is Programming?</vt:lpstr>
      <vt:lpstr>What is Python?</vt:lpstr>
      <vt:lpstr>Practice Assignment 2 – What is Python?</vt:lpstr>
      <vt:lpstr>What is Python?</vt:lpstr>
      <vt:lpstr>Installing Python</vt:lpstr>
      <vt:lpstr>Practice Assignment 3 – Installing Python</vt:lpstr>
      <vt:lpstr>Your First Program</vt:lpstr>
      <vt:lpstr>Practice Assignment 4 – Your First Program</vt:lpstr>
      <vt:lpstr>Python Character Set &amp; Comments</vt:lpstr>
      <vt:lpstr>Practice Assignment 5 – Python Character Set &amp; Comments</vt:lpstr>
      <vt:lpstr>Data Types</vt:lpstr>
      <vt:lpstr>Practice Assignment 7 – Data Types</vt:lpstr>
      <vt:lpstr>Variables &amp; Identifiers</vt:lpstr>
      <vt:lpstr>Variables &amp; Idntifiers</vt:lpstr>
      <vt:lpstr>Practice Assignment 6 – Variables &amp; Identifiers</vt:lpstr>
      <vt:lpstr>Keywords</vt:lpstr>
      <vt:lpstr>Keywords</vt:lpstr>
      <vt:lpstr>Practice Assignment 8 – Keywords</vt:lpstr>
      <vt:lpstr>Operators</vt:lpstr>
      <vt:lpstr>Operators</vt:lpstr>
      <vt:lpstr>Practice Assignment 9 – Operators</vt:lpstr>
      <vt:lpstr>Operators - Precedencse</vt:lpstr>
      <vt:lpstr>Univariate vs Bivariate Operators</vt:lpstr>
      <vt:lpstr>Practice Assignment 10 – Univariate vs Bivariate Operators</vt:lpstr>
      <vt:lpstr>Input in Python</vt:lpstr>
      <vt:lpstr>Practice Assignment 11 – Input in Python</vt:lpstr>
      <vt:lpstr>Type Conversion vs Type Casting</vt:lpstr>
      <vt:lpstr>Practice Assignment 12 – Type Conversion vs Type Casting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- Lecture 1</dc:title>
  <dc:subject/>
  <dc:creator/>
  <cp:keywords/>
  <dc:description>generated using python-pptx</dc:description>
  <cp:lastModifiedBy>Microsoft account</cp:lastModifiedBy>
  <cp:revision>16</cp:revision>
  <dcterms:created xsi:type="dcterms:W3CDTF">2013-01-27T09:14:16Z</dcterms:created>
  <dcterms:modified xsi:type="dcterms:W3CDTF">2025-07-16T12:55:14Z</dcterms:modified>
  <cp:category/>
</cp:coreProperties>
</file>